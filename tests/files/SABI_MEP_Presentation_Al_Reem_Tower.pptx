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MEP ESTIMATION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0C8F8"/>
                </a:solidFill>
              </a:rPr>
              <a:t>Al Reem Tower — Dubai Marina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</a:rPr>
              <a:t>SABI MEP Contractors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</a:rPr>
              <a:t>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Project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Building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Al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Reem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Tower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24F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4B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Office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Client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Al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Futtaim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Group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Dubai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Marina,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Plot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12-B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185,000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sqft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Height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3.6m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typical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floor-to-floor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Consultant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KEO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International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Consultants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Deadline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May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15,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2026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MEP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Scope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HVAC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Plumbing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Fire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Fighting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HVAC System Analysis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Total Cooling Load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1,035.4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FAHU Load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180.2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Net AC Load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855.2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Total Tonnage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294.4 TR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System Type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VRF (Variable Refrigerant Flow)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Outdoor Units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 x 22HP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Indoor Units (Ducted)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120 units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Indoor Units (Decorative)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45 units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FAHUs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 x 5,000 CFM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MEP Pricing Summary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Amount (AED)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AED/sqft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HVAC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3,250,000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17.57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Electrical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1,850,000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10.00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Plumbing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920,000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4.97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Fire Fighting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780,000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4.22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AED 6,800,000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36.76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8235"/>
                </a:solidFill>
              </a:rPr>
              <a:t>Yardstick: AED 32-42/sqft (Grade-A Office, Dubai)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48235"/>
                </a:solidFill>
              </a:rPr>
              <a:t>Our Estimate: AED 36.76/sqft — WITHIN RANGE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Valid for 30 days | Excl. VAT 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</a:rPr>
              <a:t>1. Review estimation with Technical Director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</a:rPr>
              <a:t>2. Finalize service scope and quantities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</a:rPr>
              <a:t>3. Prepare detailed BOQ spreadsheet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</a:rPr>
              <a:t>4. Submit quotation to Al Futtaim Group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</a:rPr>
              <a:t>5. Follow up within 7 days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C8F8"/>
                </a:solidFill>
              </a:rPr>
              <a:t>George Varkey M — Technical Director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0C8F8"/>
                </a:solidFill>
              </a:rPr>
              <a:t>george@sabi.ae | SABI MEP Contractors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Reem Tower - MEP Estimation Summary</dc:title>
  <dc:subject>PptxGenJS Presentation</dc:subject>
  <dc:creator>SABI Estimation Department</dc:creator>
  <cp:lastModifiedBy>SABI Estimation Department</cp:lastModifiedBy>
  <cp:revision>1</cp:revision>
  <dcterms:created xsi:type="dcterms:W3CDTF">2026-04-08T10:47:01Z</dcterms:created>
  <dcterms:modified xsi:type="dcterms:W3CDTF">2026-04-08T10:47:01Z</dcterms:modified>
</cp:coreProperties>
</file>